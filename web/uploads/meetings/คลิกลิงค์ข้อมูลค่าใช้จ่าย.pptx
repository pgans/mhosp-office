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20C1C3B8-1927-E081-BC89-87136C6890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349C8FBD-E96B-2FFA-2F3D-C007C50481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58EB8351-A3B4-CC13-7F2A-8756BC9C1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BB66F-892D-4C35-AD76-6BAB471E8A46}" type="datetimeFigureOut">
              <a:rPr lang="th-TH" smtClean="0"/>
              <a:t>12/09/66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D12E1C32-DBE3-3F9D-11AE-B4615D5C1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0F63BF33-A665-5540-22A3-68520F08F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3E406-08C2-48B0-BF3E-0CAB34D08A9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227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9D6933D-D226-CA49-5EEB-D6B0D9B30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03BDD704-7536-AFB3-A6B7-225FD50A6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B74378B3-BE17-7B73-7FE1-1683850D6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BB66F-892D-4C35-AD76-6BAB471E8A46}" type="datetimeFigureOut">
              <a:rPr lang="th-TH" smtClean="0"/>
              <a:t>12/09/66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7F5E7EF0-F21D-EAB9-F7F8-7BC680E5B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B45FC9CF-0638-D593-4C08-D39727C65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3E406-08C2-48B0-BF3E-0CAB34D08A9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69433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9A4E15C2-DA32-668F-9096-D28F01494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4BFF0781-90D0-CB28-D697-5C3054EB7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76E327D8-0F6F-D838-B7F4-18B8F1B57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BB66F-892D-4C35-AD76-6BAB471E8A46}" type="datetimeFigureOut">
              <a:rPr lang="th-TH" smtClean="0"/>
              <a:t>12/09/66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0FB3C63C-4C3C-3E0A-15D1-629B8BDEC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FD8B9987-D073-6BEE-803E-EC223A598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3E406-08C2-48B0-BF3E-0CAB34D08A9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03297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F0AA561-3277-80C4-9DBB-59B46BC49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7112F793-1780-1B4D-3875-DF3929E82E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5DA67F2C-582F-D026-911F-64E4BB43E4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B7C96671-AD21-4EE6-B57D-3C9532C11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BB66F-892D-4C35-AD76-6BAB471E8A46}" type="datetimeFigureOut">
              <a:rPr lang="th-TH" smtClean="0"/>
              <a:t>12/09/66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A72F82EC-BB89-98DC-40D7-07006A701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90F8C84C-D4D8-E563-D876-D6895BFDC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3E406-08C2-48B0-BF3E-0CAB34D08A9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02315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54A48508-4037-D7B5-4AC2-F89AF984C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730311C0-B4C5-705C-20B2-B8A4DCCC5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F1A16137-2A8F-69BC-747F-7582C2DAB8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ข้อความ 4">
            <a:extLst>
              <a:ext uri="{FF2B5EF4-FFF2-40B4-BE49-F238E27FC236}">
                <a16:creationId xmlns:a16="http://schemas.microsoft.com/office/drawing/2014/main" id="{547A2400-F98F-35D1-98AD-7B7D9729A7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ตัวแทนเนื้อหา 5">
            <a:extLst>
              <a:ext uri="{FF2B5EF4-FFF2-40B4-BE49-F238E27FC236}">
                <a16:creationId xmlns:a16="http://schemas.microsoft.com/office/drawing/2014/main" id="{689E08C4-1A8C-1AA8-7357-567FE592E9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7" name="ตัวแทนวันที่ 6">
            <a:extLst>
              <a:ext uri="{FF2B5EF4-FFF2-40B4-BE49-F238E27FC236}">
                <a16:creationId xmlns:a16="http://schemas.microsoft.com/office/drawing/2014/main" id="{024BB643-EA2A-1CB6-8A27-4F1D2EBEC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BB66F-892D-4C35-AD76-6BAB471E8A46}" type="datetimeFigureOut">
              <a:rPr lang="th-TH" smtClean="0"/>
              <a:t>12/09/66</a:t>
            </a:fld>
            <a:endParaRPr lang="th-TH"/>
          </a:p>
        </p:txBody>
      </p:sp>
      <p:sp>
        <p:nvSpPr>
          <p:cNvPr id="8" name="ตัวแทนท้ายกระดาษ 7">
            <a:extLst>
              <a:ext uri="{FF2B5EF4-FFF2-40B4-BE49-F238E27FC236}">
                <a16:creationId xmlns:a16="http://schemas.microsoft.com/office/drawing/2014/main" id="{9ED76671-BB6B-117B-828E-DDF6AA84F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834B6ADB-D8EA-4DB5-79B3-5C79E8361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3E406-08C2-48B0-BF3E-0CAB34D08A9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56951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2D92F494-7468-18F1-8DFF-BDF7C6014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A58EA729-75AB-625C-519C-C412463FF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BB66F-892D-4C35-AD76-6BAB471E8A46}" type="datetimeFigureOut">
              <a:rPr lang="th-TH" smtClean="0"/>
              <a:t>12/09/66</a:t>
            </a:fld>
            <a:endParaRPr lang="th-TH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6D23E0D4-9DBA-B622-130C-AF750791F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F22FF6F8-9206-FB8E-2960-0F0958781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3E406-08C2-48B0-BF3E-0CAB34D08A9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02183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วันที่ 1">
            <a:extLst>
              <a:ext uri="{FF2B5EF4-FFF2-40B4-BE49-F238E27FC236}">
                <a16:creationId xmlns:a16="http://schemas.microsoft.com/office/drawing/2014/main" id="{326E6997-9EB5-AC70-74FA-1EC3FF9D1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BB66F-892D-4C35-AD76-6BAB471E8A46}" type="datetimeFigureOut">
              <a:rPr lang="th-TH" smtClean="0"/>
              <a:t>12/09/66</a:t>
            </a:fld>
            <a:endParaRPr lang="th-TH"/>
          </a:p>
        </p:txBody>
      </p:sp>
      <p:sp>
        <p:nvSpPr>
          <p:cNvPr id="3" name="ตัวแทนท้ายกระดาษ 2">
            <a:extLst>
              <a:ext uri="{FF2B5EF4-FFF2-40B4-BE49-F238E27FC236}">
                <a16:creationId xmlns:a16="http://schemas.microsoft.com/office/drawing/2014/main" id="{F75BA17C-7D6D-9BBC-044A-10AFF90ED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A32A7F39-E2C4-F278-E8B1-B0C26A89E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3E406-08C2-48B0-BF3E-0CAB34D08A9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12168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41EB31-9315-F636-669E-B5C4383E9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12438B80-416A-0745-AB7E-FF701D051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1F31C4D7-F8CA-B6D2-E57D-E3D1C8047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6CA0F232-A062-74EA-4579-7B411E2C3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BB66F-892D-4C35-AD76-6BAB471E8A46}" type="datetimeFigureOut">
              <a:rPr lang="th-TH" smtClean="0"/>
              <a:t>12/09/66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6D08716E-6B0E-4243-DB18-51615310A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2CC4724D-FCE6-E381-30C2-FADC1C557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3E406-08C2-48B0-BF3E-0CAB34D08A9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47381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19C617AA-58CB-4C8F-E30D-C6386F1B3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รูปภาพ 2">
            <a:extLst>
              <a:ext uri="{FF2B5EF4-FFF2-40B4-BE49-F238E27FC236}">
                <a16:creationId xmlns:a16="http://schemas.microsoft.com/office/drawing/2014/main" id="{570FD73B-5EB8-2140-07AA-6AE3E57292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CE4A8A79-9E33-8A7E-0392-78587AF9EA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7453E548-CC55-B0E7-380C-8C880E5F2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BB66F-892D-4C35-AD76-6BAB471E8A46}" type="datetimeFigureOut">
              <a:rPr lang="th-TH" smtClean="0"/>
              <a:t>12/09/66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0EAA8A22-B3D6-7B2C-E57B-DF3395940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0451AB96-0DAC-4022-4C5E-2FA5C5814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3E406-08C2-48B0-BF3E-0CAB34D08A9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05137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919C49AF-9866-AD33-DAA8-DD5434CE4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DCB68C63-1A16-9F28-139F-509E75A7B0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0E7BCCF2-E408-5D54-66D9-B2F518538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BB66F-892D-4C35-AD76-6BAB471E8A46}" type="datetimeFigureOut">
              <a:rPr lang="th-TH" smtClean="0"/>
              <a:t>12/09/66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E26310BA-50C5-4193-86F5-6CC4D143B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FDF287D1-ABEF-4B92-C716-6CAEF433C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3E406-08C2-48B0-BF3E-0CAB34D08A9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00370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>
            <a:extLst>
              <a:ext uri="{FF2B5EF4-FFF2-40B4-BE49-F238E27FC236}">
                <a16:creationId xmlns:a16="http://schemas.microsoft.com/office/drawing/2014/main" id="{17BB13D7-84D3-FA8A-5AA3-F84BDF929F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81D9EF9D-E510-9E6F-041F-ADCAEDC5B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7CB25BEC-4207-F294-7445-EFEB3F2C7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BB66F-892D-4C35-AD76-6BAB471E8A46}" type="datetimeFigureOut">
              <a:rPr lang="th-TH" smtClean="0"/>
              <a:t>12/09/66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A3B47AF9-1F19-A810-02A0-D05C7BA67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5C10B364-6A5B-CA08-C2DA-FCBF512C5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3E406-08C2-48B0-BF3E-0CAB34D08A9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93672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ชื่อเรื่อง 1">
            <a:extLst>
              <a:ext uri="{FF2B5EF4-FFF2-40B4-BE49-F238E27FC236}">
                <a16:creationId xmlns:a16="http://schemas.microsoft.com/office/drawing/2014/main" id="{60B66298-FCB9-6A81-0970-3AFCD16B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BB1121E3-B97C-18E0-7FB9-D14C990C7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D68D83F9-2A3B-B79E-1D0D-B77D559FFB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FBB66F-892D-4C35-AD76-6BAB471E8A46}" type="datetimeFigureOut">
              <a:rPr lang="th-TH" smtClean="0"/>
              <a:t>12/09/66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95AB60F2-F3B7-2A6E-1500-D633B7A0EC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F86CE635-45EB-34D7-9737-1B0908F92D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33E406-08C2-48B0-BF3E-0CAB34D08A9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51712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qLhzsWu5wx_50Najr6MVSakIScpKWklVsInAtygCx1E/edit#gid=0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284FF71D-1717-780B-23D2-877F384D40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h-TH" dirty="0"/>
              <a:t>คลิกลิงค์ข้อมูลค่าใช้จ่าย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2B304340-94BD-42CB-3E72-10794F7592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https://docs.google.com/spreadsheets/d/1qLhzsWu5wx_50Najr6MVSakIScpKWklVsInAtygCx1E/edit#gid=0</a:t>
            </a:r>
            <a:endParaRPr lang="en-US" dirty="0"/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987281497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</Words>
  <Application>Microsoft Office PowerPoint</Application>
  <PresentationFormat>แบบจอกว้าง</PresentationFormat>
  <Paragraphs>2</Paragraphs>
  <Slides>1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3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ธีมของ Office</vt:lpstr>
      <vt:lpstr>คลิกลิงค์ข้อมูลค่าใช้จ่าย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คลิกลิงค์ข้อมูลค่าใช้จ่าย</dc:title>
  <dc:creator>กุ้งกิ้ง บุญพิทักษ์</dc:creator>
  <cp:lastModifiedBy>กุ้งกิ้ง บุญพิทักษ์</cp:lastModifiedBy>
  <cp:revision>2</cp:revision>
  <dcterms:created xsi:type="dcterms:W3CDTF">2023-09-12T04:30:37Z</dcterms:created>
  <dcterms:modified xsi:type="dcterms:W3CDTF">2023-09-12T04:31:13Z</dcterms:modified>
</cp:coreProperties>
</file>